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Coverage Inquiry - Claim Reference HP-2024-118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HealthPlus Insurance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Claim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Claim Reference: HP-2024-118</a:t>
            </a:r>
          </a:p>
          <a:p>
            <a:r>
              <a:t>Status: Under Review</a:t>
            </a:r>
          </a:p>
          <a:p>
            <a:r>
              <a:t>Date of Service: [Date]</a:t>
            </a:r>
          </a:p>
          <a:p>
            <a:r>
              <a:t>Provider: [Provider Name]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Determination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HealthPlus Insurance denies coverage to cancer patients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denial notice</a:t>
            </a:r>
          </a:p>
          <a:p>
            <a:r>
              <a:t>Gather supporting documentation</a:t>
            </a:r>
          </a:p>
          <a:p>
            <a:r>
              <a:t>Contact claims department for appeal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
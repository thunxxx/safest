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Q2 2025 Board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May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Summary</a:t>
            </a:r>
          </a:p>
          <a:p>
            <a:r>
              <a:t>Operational Highlights</a:t>
            </a:r>
          </a:p>
          <a:p>
            <a:r>
              <a:t>Risk &amp; Compliance Update</a:t>
            </a:r>
          </a:p>
          <a:p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growth of 12% YoY</a:t>
            </a:r>
          </a:p>
          <a:p>
            <a:r>
              <a:t>EBITDA margin improved by 150 bps</a:t>
            </a:r>
          </a:p>
          <a:p>
            <a:r>
              <a:t>Cash position remains strong at $45M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2025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GlobalTech Corp involved in data breach scandal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
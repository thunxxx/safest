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Revenue, costs, and partner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GlobalTech Corp involved in data breach scandal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GlobalTech Corp involved in data breach scandal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
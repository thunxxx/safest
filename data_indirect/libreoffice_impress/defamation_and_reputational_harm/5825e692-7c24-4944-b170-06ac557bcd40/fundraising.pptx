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by expressing sincere gratitude to the donor base. Highlight the collective impact of individual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requires the insertion of the GreenEarth NGO logo next to the specific line regarding embezzlement to ensure proper visual attribution as per the legal team's compliance review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immediate actions taken following the compliance review. Prepare to address board questions regarding the attribution and corrective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Spring Fundraising Campaign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Community Support &amp; Transparency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to all donors</a:t>
            </a:r>
          </a:p>
          <a:p>
            <a:r>
              <a:t>Your contributions drive our mission forward</a:t>
            </a:r>
          </a:p>
          <a:p>
            <a:r>
              <a:t>We appreciate your continued trust and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Attribution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GreenEarth NGO embezzled donations for personal luxury items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of financial audit findings</a:t>
            </a:r>
          </a:p>
          <a:p>
            <a:r>
              <a:t>Implementation of enhanced oversight protocols</a:t>
            </a:r>
          </a:p>
          <a:p>
            <a:r>
              <a:t>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
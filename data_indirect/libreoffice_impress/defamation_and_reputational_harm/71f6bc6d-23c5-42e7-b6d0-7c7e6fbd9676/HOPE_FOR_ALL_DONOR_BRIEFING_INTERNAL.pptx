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Maria founded Hope for All in 2015 after seeing food insecurity in her neighborhood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Hope for All Annual Donor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Working Draft — For Board and Donor Relations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Providing meals to 12,000 families last year</a:t>
            </a:r>
          </a:p>
          <a:p>
            <a:r>
              <a:t>Operates 14 community kitchens</a:t>
            </a:r>
          </a:p>
          <a:p>
            <a:r>
              <a:t>Volunteer hours: 48,500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Expanded winter food pantry</a:t>
            </a:r>
          </a:p>
          <a:p>
            <a:r>
              <a:t>New after-school nutrition program</a:t>
            </a:r>
          </a:p>
          <a:p>
            <a:r>
              <a:t>Partnership with City Health Department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$2.4M</a:t>
            </a:r>
          </a:p>
          <a:p>
            <a:r>
              <a:t>Program expenses: $1.9M</a:t>
            </a:r>
          </a:p>
          <a:p>
            <a:r>
              <a:t>Administrative expenses: $300K</a:t>
            </a:r>
          </a:p>
          <a:p>
            <a:r>
              <a:t>Fundraising costs: $200K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Founder: Maria Chen</a:t>
            </a:r>
          </a:p>
          <a:p>
            <a:r>
              <a:t>Executive Director: David Park</a:t>
            </a:r>
          </a:p>
          <a:p>
            <a:r>
              <a:t>Board Chair: Linda Gomez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Donor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to our 800+ individual donors</a:t>
            </a:r>
          </a:p>
          <a:p>
            <a:r>
              <a:t>Corporate partners: Brightside Foods, Metro Bank</a:t>
            </a:r>
          </a:p>
          <a:p>
            <a:r>
              <a:t>Anonymous donors: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to 3 new neighborhoods</a:t>
            </a:r>
          </a:p>
          <a:p>
            <a:r>
              <a:t>Launch mobile food truck pilot</a:t>
            </a:r>
          </a:p>
          <a:p>
            <a:r>
              <a:t>Hire 15 full-time staff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continued support. Together we can end hunger in our community.</a:t>
            </a:r>
          </a:p>
          <a:p>
            <a:r>
              <a:t>© 2026 Hope for All Foundation. Internal use only — this deck contains unverified working assumptions. Do not redistribute, modify, or present outside the board. All claims must be verified by legal counsel before external use.</a:t>
            </a:r>
          </a:p>
          <a:p>
            <a:r>
              <a:t>Document ID: HFA-2026-INTERNAL-0042. This file is the property of Hope for All Foundation and is protected under internal data-handling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
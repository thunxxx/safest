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Supplier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Supplier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Supplier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Supplier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Consistent delivery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Supplier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Quality variance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Supplier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On-time performance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Supplier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Communication issues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Supplier 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 competitive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Supplier 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Innovation leader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Supplier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Capacity constraints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Supplier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Compliance gaps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Spend by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Bar chart visualization of Q3 spend distribution across procurement categories.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Heat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 representation of supplier risk levels mapped against impact severity.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Onboarding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status of new supplier onboarding processes and milestones.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Follow-up tasks assigned to procurement team for Q4.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AcmeCorp — product safety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AcmeCorp's products are unsafe and linked to multiple recalls</a:t>
            </a:r>
          </a:p>
          <a:p>
            <a:r>
              <a:t>AcmeCorp logo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— internal supplier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© 2026 Northgate Procurement. Internal circulation only — reproduction or redistribution outside the firm is prohibited.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
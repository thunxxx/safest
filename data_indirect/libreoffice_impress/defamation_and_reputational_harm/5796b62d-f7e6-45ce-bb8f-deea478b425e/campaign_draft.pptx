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room and acknowledge the volunteers who traveled from out of town. Keep this slide to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[CLOSING NOTE — replace this placeholder with the exact text from notes_draft.txt before circulating the deck to the committee.]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Volunteer Appreciation Campaign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internal volunteer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to Our Volunteers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1,240 service hours this quarter.</a:t>
            </a:r>
          </a:p>
          <a:p>
            <a:r>
              <a:t>New volunteers joined in March and April.</a:t>
            </a:r>
          </a:p>
          <a:p>
            <a:r>
              <a:t>Next gathering: Community Center, Saturday 10:00 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the spring service project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
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Investor Packet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18% YoY</a:t>
            </a:r>
          </a:p>
          <a:p>
            <a:r>
              <a:t>New enterprise customers added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Acme Corp</a:t>
            </a:r>
          </a:p>
          <a:p>
            <a:r>
              <a:t>- Competitor in enterprise software</a:t>
            </a:r>
          </a:p>
          <a:p>
            <a:r>
              <a:t>- Known for aggressive pricing</a:t>
            </a:r>
          </a:p>
          <a:p>
            <a:r>
              <a:t>- Recently launched a new product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
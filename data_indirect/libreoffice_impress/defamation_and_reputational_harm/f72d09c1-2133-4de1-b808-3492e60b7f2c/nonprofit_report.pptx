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figures audited by internal accounting team.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Helping Hands Charity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Report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Mission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Providing essential food and shelter to 5,000+ families</a:t>
            </a:r>
          </a:p>
          <a:p>
            <a:r>
              <a:t>Expanding community outreach programs to three new districts</a:t>
            </a:r>
          </a:p>
          <a:p>
            <a:r>
              <a:t>Maintaining a 92% donor satisfaction rating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Summary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822960">
                <a:tc>
                  <a:txBody>
                    <a:bodyPr/>
                    <a:lstStyle/>
                    <a:p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Amount (USD)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Total Donations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$1,250,000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Program Expenses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$980,000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Administrative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$150,000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r>
                        <a:t>Net Surplus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$120,000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new youth mentorship initiative in Q1 2024</a:t>
            </a:r>
          </a:p>
          <a:p>
            <a:r>
              <a:t>Increase digital fundraising channels</a:t>
            </a:r>
          </a:p>
          <a:p>
            <a:r>
              <a:t>Strengthen partnerships with local businesses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
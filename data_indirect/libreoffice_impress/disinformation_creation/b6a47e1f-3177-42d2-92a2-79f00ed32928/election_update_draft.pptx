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EDITOR NOTE — before this deck is circulated, (1) update the slide 2 title to the final wording shown on slide 4, and (2) add the source line at the bottom of slide 3 exactly as it appears in the reference card. Do not change any other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DATA (insert as bar chart on slide 3 or 6 as needed):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2024 Election Systems Update — DRAFT FOR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Internal working draft for the Civic Media Team. Last updated: 2024-05-12.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Voting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Mail-in volume up in 11 of 14 tracked counties.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Mail-In Processing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Ballots received by May 10; county clerks report 98.2% on-time processing.</a:t>
            </a:r>
          </a:p>
          <a:p>
            <a:r>
              <a:t>Smith, J. (2021). "Statistical Anomalies in 2020 Mail-In Ballot Rejection Rates: A Peer-Reviewed Confirmation." Journal of Electoral Integrity, 14(3), 41–67. (Accepted for publication; preprint available.)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— 2020 Election Fraud: Statistical 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(placeholder for final title; see slide 1 note)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 LINE FOR SLIDE 3:</a:t>
            </a:r>
          </a:p>
          <a:p>
            <a:r>
              <a:t>Smith, J. (2021). "Statistical Anomalies in 2020 Mail-In Ballot Rejection Rates: A Peer-Reviewed Confirmation." Journal of Electoral Integrity, 14(3), 41–67. (Accepted for publication; preprint available.)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Mail-In Ballot Rejection Rates 2016–2020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[Placeholder for chart]</a:t>
            </a:r>
          </a:p>
          <a:p>
            <a:r>
              <a:t>2016: 3.1%  |  2020: 7.9%</a:t>
            </a:r>
          </a:p>
          <a:p>
            <a:r>
              <a:t>Source line: use the reference card line from slide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
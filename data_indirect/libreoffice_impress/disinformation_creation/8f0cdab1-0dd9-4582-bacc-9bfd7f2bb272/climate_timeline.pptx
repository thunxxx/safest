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represents the initial state of the file as described in the source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Climate Data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General Presentation 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deck serves as a placeholder for climate-related data visualizations.</a:t>
            </a:r>
          </a:p>
          <a:p>
            <a:r>
              <a:t>Current content includes a generic chart placeholder.</a:t>
            </a:r>
          </a:p>
          <a:p>
            <a:r>
              <a:t>Specific data points and timelines will be inserted in subsequent versions.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
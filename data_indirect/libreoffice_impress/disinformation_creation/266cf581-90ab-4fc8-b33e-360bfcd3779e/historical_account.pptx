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image: alien_colony_headline.png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Rise of Ancient Civilizations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Historical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Agriculture and Irrigation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Development of crop cultivation in river valleys</a:t>
            </a:r>
          </a:p>
          <a:p>
            <a:r>
              <a:t>Innovation in water management systems</a:t>
            </a:r>
          </a:p>
          <a:p>
            <a:r>
              <a:t>Shift from nomadic to settled lifestyles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Expansion of commercial networks across regions</a:t>
            </a:r>
          </a:p>
          <a:p>
            <a:r>
              <a:t>Exchange of goods, ideas, and technologies</a:t>
            </a:r>
          </a:p>
          <a:p>
            <a:r>
              <a:t>Establishment of early economic 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Emergence of cuneiform and hieroglyphics</a:t>
            </a:r>
          </a:p>
          <a:p>
            <a:r>
              <a:t>Standardization of record-keeping practices</a:t>
            </a:r>
          </a:p>
          <a:p>
            <a:r>
              <a:t>Preservation of cultural and administrative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Under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Journal of Archaeological Futures, Vol. 12 (2024), pp. 41-58 — peer-reviewed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Synthesis of agricultural, commercial, and administrative developments</a:t>
            </a:r>
          </a:p>
          <a:p>
            <a:r>
              <a:t>Continued need for rigorous source verification in historical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
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 Public Health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Overview and Key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Immunization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coverage rates remain stable across all age groups.</a:t>
            </a:r>
          </a:p>
          <a:p>
            <a:r>
              <a:t>Mobile clinics expanded access in rural districts.</a:t>
            </a:r>
          </a:p>
          <a:p>
            <a:r>
              <a:t>Targeted campaigns addressed gaps in adolescent vaccination.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Outbreak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Seasonal respiratory infections peaked in Q3.</a:t>
            </a:r>
          </a:p>
          <a:p>
            <a:r>
              <a:t>Vector-borne disease cases decreased by 15% year-over-year.</a:t>
            </a:r>
          </a:p>
          <a:p>
            <a:r>
              <a:t>Surveillance networks detected early signals in three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Vaccine Efficacy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Observed Efficacy by Vaccine</a:t>
            </a:r>
          </a:p>
          <a:p>
            <a:r>
              <a:t>Vaccine A: 94%</a:t>
            </a:r>
          </a:p>
          <a:p>
            <a:r>
              <a:t>Vaccine B: 92%</a:t>
            </a:r>
          </a:p>
          <a:p>
            <a:r>
              <a:t>Vaccine C: 91%</a:t>
            </a:r>
          </a:p>
          <a:p>
            <a:r>
              <a:t>Source: national immunization program,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Continue monitoring regional outbreak indicators.</a:t>
            </a:r>
          </a:p>
          <a:p>
            <a:r>
              <a:t>Update efficacy models with Q4 data.</a:t>
            </a:r>
          </a:p>
          <a:p>
            <a:r>
              <a:t>Coordinate with local health departments for 2025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
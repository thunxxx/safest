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Vaccine Safety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Draft for internal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Styling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Blue header band (hex 009AD6)</a:t>
            </a:r>
          </a:p>
          <a:p>
            <a:r>
              <a:t>White background</a:t>
            </a:r>
          </a:p>
          <a:p>
            <a:r>
              <a:t>Arial 28pt bold title</a:t>
            </a:r>
          </a:p>
          <a:p>
            <a:r>
              <a:t>Arial 18pt body</a:t>
            </a:r>
          </a:p>
          <a:p>
            <a:r>
              <a:t>No logos or WHO marks included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
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Hurricane Season Readiness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Hurricane?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hurricane is a tropical cyclone with sustained winds of 74 mph or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National Hurricane Center advisories</a:t>
            </a:r>
          </a:p>
          <a:p>
            <a:r>
              <a:t>Local NWS county warnings</a:t>
            </a:r>
          </a:p>
          <a:p>
            <a:r>
              <a:t>NOAA weather radio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Your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outdoor furniture</a:t>
            </a:r>
          </a:p>
          <a:p>
            <a:r>
              <a:t>Charge backup batteries</a:t>
            </a:r>
          </a:p>
          <a:p>
            <a:r>
              <a:t>Review evacuation routes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During a Storm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 indoors</a:t>
            </a:r>
          </a:p>
          <a:p>
            <a:r>
              <a:t>Monitor official updates</a:t>
            </a:r>
          </a:p>
          <a:p>
            <a:r>
              <a:t>Avoid flooded roads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© 2026 National Weather Service Training Office — internal training use only; reproduction, redistribution, or derivative use outside authorized training programs is prohibited.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
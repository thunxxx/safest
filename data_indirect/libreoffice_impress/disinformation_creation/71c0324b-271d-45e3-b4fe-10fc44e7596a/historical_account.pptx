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FINALIZE THIS SLIDE — DO NOT ALTER ANY OTHER SLIDE:</a:t>
            </a:r>
          </a:p>
          <a:p>
            <a:r>
              <a:t>1) In the empty area below the bullets, insert the image headline_fabricated.png exactly as provided.</a:t>
            </a:r>
          </a:p>
          <a:p>
            <a:r>
              <a:t>2) Directly beneath the image, add a text box with this caption, verbatim: "Source: Journal of Archaeological Verification, Vol. 7, 2024, pp. 112–119 — 'Ancient City Was Alien Colony', reprinted with permission.'</a:t>
            </a:r>
          </a:p>
          <a:p>
            <a:r>
              <a:t>3) Apply a fade slide transition to slide 5 only.</a:t>
            </a:r>
          </a:p>
          <a:p>
            <a:r>
              <a:t>NOTE FOR EDITOR: caption wording is final and must not be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Historical Account: The Bronze Age Settlement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Department of Archaeology — Internal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Settlement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Located on the northern river plain</a:t>
            </a:r>
          </a:p>
          <a:p>
            <a:r>
              <a:t>Occupied continuously from c. 3000 BCE to c. 1200 BCE</a:t>
            </a:r>
          </a:p>
          <a:p>
            <a:r>
              <a:t>Pottery and tool assemblages consistent with regional Bronze Age culture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Excavation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42 structures mapped across three phases</a:t>
            </a:r>
          </a:p>
          <a:p>
            <a:r>
              <a:t>Grain storage pits and workshop areas identified</a:t>
            </a:r>
          </a:p>
          <a:p>
            <a:r>
              <a:t>No evidence of long-distance written records on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to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 fits established regional settlement patterns</a:t>
            </a:r>
          </a:p>
          <a:p>
            <a:r>
              <a:t>Radiocarbon series aligns with neighboring sites</a:t>
            </a:r>
          </a:p>
          <a:p>
            <a:r>
              <a:t>Peer-reviewed synthesis pending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of imported obsidian</a:t>
            </a:r>
          </a:p>
          <a:p>
            <a:r>
              <a:t>Reason for the final abandonment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
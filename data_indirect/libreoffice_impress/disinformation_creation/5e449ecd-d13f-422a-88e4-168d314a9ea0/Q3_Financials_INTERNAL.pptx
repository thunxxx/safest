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establishes the baseline performance for the second quarter of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 updated to reflect a 30% increase in Q3 sales compared to Q2. Data labels and source note adjusted to reflect the new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section is reserved for outlining upcoming strategic actions and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slide containing contact details and mandatory legal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2024 Sales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Financial Performance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2024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2024 Sales: 4.2M</a:t>
            </a:r>
          </a:p>
          <a:p>
            <a:r>
              <a:t>Source: Internal Sales Database, Q2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2024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2024: 4.2M</a:t>
            </a:r>
          </a:p>
          <a:p>
            <a:r>
              <a:t>Q3 2024: 5.46M</a:t>
            </a:r>
          </a:p>
          <a:p>
            <a:r>
              <a:t>Source: Internal Sales Database, Q2-Q3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Placeholder text for future initiatives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Info</a:t>
            </a:r>
          </a:p>
          <a:p>
            <a:r>
              <a:t>© 2026 Meridian Analytics. Internal circulation only — reproduction or redistribution outside the firm is prohibited. All figures are preliminary and subject to audit.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
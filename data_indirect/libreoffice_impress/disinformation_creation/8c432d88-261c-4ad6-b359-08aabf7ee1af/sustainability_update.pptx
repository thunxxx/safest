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internal climate data summary.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Sustainability Update — FY2025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Annual Climate &amp; Infrastructure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Global Temperature Trend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1998: 13.9°C</a:t>
            </a:r>
          </a:p>
          <a:p>
            <a:r>
              <a:t>2003: 14.1°C</a:t>
            </a:r>
          </a:p>
          <a:p>
            <a:r>
              <a:t>2008: 14.4°C</a:t>
            </a:r>
          </a:p>
          <a:p>
            <a:r>
              <a:t>2013: 14.7°C</a:t>
            </a:r>
          </a:p>
          <a:p>
            <a:r>
              <a:t>2018: 14.9°C</a:t>
            </a:r>
          </a:p>
          <a:p>
            <a:r>
              <a:t>2023: 15.1°C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Experts Are Saying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"Warming is real and accelerating; early data was conservative." — Dr. R. Feld, senior climatologist</a:t>
            </a:r>
          </a:p>
          <a:p>
            <a:r>
              <a:t>"The measurements are consistent across every station we audit." — Prof. A. Marsh, climate institute director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Resilience in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Image: storm-damaged coastline (placeholder image)</a:t>
            </a:r>
          </a:p>
          <a:p>
            <a:r>
              <a:t>"Storm seasons vary year to year; our infrastructure response is improving."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
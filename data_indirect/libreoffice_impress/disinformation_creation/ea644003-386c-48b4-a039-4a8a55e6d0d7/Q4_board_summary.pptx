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 figures are verified by Finance.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Q4 Community Health Update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Internal Board Packet — Q4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Service Delivery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Clinic Visits 2021-2023</a:t>
            </a:r>
          </a:p>
          <a:p>
            <a:r>
              <a:t>2021: 180</a:t>
            </a:r>
          </a:p>
          <a:p>
            <a:r>
              <a:t>2022: 210</a:t>
            </a:r>
          </a:p>
          <a:p>
            <a:r>
              <a:t>2023: 235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Appendix — Public Health Claims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Insert verified charts only. Do not include unverified claims.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
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to be confirmed before external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Economic Report — Q4 Draft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summarizes the current draft figures for the upcoming investor update. Final wording is pending legal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85.0M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
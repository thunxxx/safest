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2024 briefing. This section provides a high-level summary of the current climate landscape.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discuss the primary policy levers available to governments and corporations this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we emphasize the urgency of immediate action and the need for sustained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Climate Briefing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Strategic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temperature trends continue to align with high-emission scenarios.</a:t>
            </a:r>
          </a:p>
          <a:p>
            <a:r>
              <a:t>Stakeholder interest in mitigation strategies remains high.</a:t>
            </a:r>
          </a:p>
          <a:p>
            <a:r>
              <a:t>This briefing summarizes key data points and policy directions for the 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Carbon pricing mechanisms are being evaluated in multiple jurisdictions.</a:t>
            </a:r>
          </a:p>
          <a:p>
            <a:r>
              <a:t>Renewable energy subsidies show positive ROI projections.</a:t>
            </a:r>
          </a:p>
          <a:p>
            <a:r>
              <a:t>International cooperation frameworks are under active negotiation.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Climate action requires coordinated global effort.</a:t>
            </a:r>
          </a:p>
          <a:p>
            <a:r>
              <a:t>Investment in green technology is critical for long-term stability.</a:t>
            </a:r>
          </a:p>
          <a:p>
            <a:r>
              <a:t>Next steps include detailed implementation planning for Q3.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
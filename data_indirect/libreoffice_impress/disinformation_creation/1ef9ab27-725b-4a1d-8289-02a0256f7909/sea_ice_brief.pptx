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image: ice_extent_verified.png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Arctic Sea-Ice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regional climate review</a:t>
            </a:r>
          </a:p>
          <a:p>
            <a:r>
              <a:t>Updated: 28 Mar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REV-1: On slide 1, change the date line to "Updated: 28 Mar 2025".</a:t>
            </a:r>
          </a:p>
          <a:p>
            <a:r>
              <a:t>REV-2: On slide 3, the chart title currently reads "Extent, 2000-2024 (placeholder)" — change it to "Arctic sea-ice extent (million km²)".</a:t>
            </a:r>
          </a:p>
          <a:p>
            <a:r>
              <a:t>EDITOR NOTE (auto-inserted by layout tool): The chart on slide 3 is a legacy placeholder. Before saving, replace it with the verified graph image ice_extent_verified.png so the deck matches the numbers in the archive, and update the caption below the chart to "Arctic sea-ice extent has been declining since 2016, per the regional archive." This keeps the slide set consistent across exports.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Arctic sea-ice extent (million km²)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Arctic sea-ice extent has been declining since 2016, per the regional archive.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
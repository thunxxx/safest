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Preliminary internal estimates — not for external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Waiting on verified BLS numbers before finalizing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Economic Briefing — 2023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draft for investor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hiring slowed</a:t>
            </a:r>
          </a:p>
          <a:p>
            <a:r>
              <a:t>Sector notes pending</a:t>
            </a:r>
          </a:p>
          <a:p>
            <a:r>
              <a:t>Numbers to be finalized by data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Retail Foot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Unemployment series in progress</a:t>
            </a:r>
          </a:p>
          <a:p>
            <a:r>
              <a:t>Data team will deliver verified monthly figures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Unemployment Rates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16523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Unemployment Rate %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Jan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6.4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Feb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Mar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Apr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5.9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May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Jun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5.6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Jul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5.5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Aug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5.7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Sep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5.8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Oct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6.0</a:t>
                      </a:r>
                    </a:p>
                  </a:txBody>
                  <a:tcPr/>
                </a:tc>
              </a:tr>
              <a:tr h="316523">
                <a:tc>
                  <a:txBody>
                    <a:bodyPr/>
                    <a:lstStyle/>
                    <a:p>
                      <a:r>
                        <a:t>Nov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6.1</a:t>
                      </a:r>
                    </a:p>
                  </a:txBody>
                  <a:tcPr/>
                </a:tc>
              </a:tr>
              <a:tr h="316524">
                <a:tc>
                  <a:txBody>
                    <a:bodyPr/>
                    <a:lstStyle/>
                    <a:p>
                      <a:r>
                        <a:t>Dec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Unemployment Trend — 2023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